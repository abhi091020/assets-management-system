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IT Equipment</c:v>
                </c:pt>
                <c:pt idx="1">
                  <c:v>Furniture</c:v>
                </c:pt>
                <c:pt idx="2">
                  <c:v>Vehicles</c:v>
                </c:pt>
                <c:pt idx="3">
                  <c:v>Machinery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387</c:v>
                </c:pt>
                <c:pt idx="1">
                  <c:v>275</c:v>
                </c:pt>
                <c:pt idx="2">
                  <c:v>213</c:v>
                </c:pt>
                <c:pt idx="3">
                  <c:v>225</c:v>
                </c:pt>
                <c:pt idx="4">
                  <c:v>148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Assets Added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18</c:v>
                </c:pt>
                <c:pt idx="2">
                  <c:v>35</c:v>
                </c:pt>
                <c:pt idx="3">
                  <c:v>28</c:v>
                </c:pt>
                <c:pt idx="4">
                  <c:v>41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32004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65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600" kern="0" dirty="0">
                <a:solidFill>
                  <a:srgbClr val="14B8A6"/>
                </a:solidFill>
              </a:rPr>
              <a:t>AMS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</a:rPr>
              <a:t>ASSET MANAGEMENT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</a:rPr>
              <a:t>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148840"/>
            <a:ext cx="14630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UI / UX Page Reference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7432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v1.0 — Pre-Development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1097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Every page. Every flow.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Login to Reports.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23360" y="22860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Complete UI/UX wireframe guide covering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20+ pages of the AMS application — 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for your design and development team.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3566160"/>
            <a:ext cx="1143000" cy="27432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6027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Login &amp; Auth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57800" y="3566160"/>
            <a:ext cx="1143000" cy="274320"/>
          </a:xfrm>
          <a:prstGeom prst="rect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6027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3566160"/>
            <a:ext cx="1143000" cy="274320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027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Asset CRUD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26680" y="3566160"/>
            <a:ext cx="1143000" cy="27432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36027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QR Codes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0" y="3950208"/>
            <a:ext cx="1143000" cy="27432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3986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Verification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57800" y="3950208"/>
            <a:ext cx="1143000" cy="274320"/>
          </a:xfrm>
          <a:prstGeom prst="rect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986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Transfers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92240" y="3950208"/>
            <a:ext cx="1143000" cy="274320"/>
          </a:xfrm>
          <a:prstGeom prst="rect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986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Depreciation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26680" y="3950208"/>
            <a:ext cx="1143000" cy="274320"/>
          </a:xfrm>
          <a:prstGeom prst="rect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3986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Reports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0" y="4663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Stack: React + Node.js + Express + SQL Server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AMS — Page Index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Complete list of all screens covered in this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961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" y="8595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Login Page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" y="1024128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Email + password, JWT auth, role-based redirect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961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21224" y="8595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Dashboard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21224" y="1024128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KPI cards, charts, alerts, quick actions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24358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243584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3167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" y="12801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Asset List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0664" y="1444752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Filterable table, bulk actions, search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09160" y="124358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43584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3167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21224" y="12801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Add Asset (Wizard)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21224" y="1444752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6-step guided form — all fields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1664208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1664208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17373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" y="170078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Asset Detail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0664" y="1865376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10-section full profile page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1664208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664208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7373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21224" y="170078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QR Generate &amp; Print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21224" y="1865376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Single + bulk label printing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2084832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2084832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21579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QR Public Scan View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0664" y="2286000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No-login page when QR is scanned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9160" y="2084832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084832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1579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21224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QR In-App Scanner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21224" y="2286000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Camera scan for logged-in auditors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8600" y="2505456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2505456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0664" y="2542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Verification Batch List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" y="2706624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All audit campaigns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2505456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2505456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21224" y="2542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Verification Scan Page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21224" y="2706624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Live scanning with progress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8600" y="292608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28600" y="2926080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29992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0664" y="29626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Transfers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40664" y="3127248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Request + approval workflow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09160" y="2926080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09160" y="2926080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29992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21224" y="29626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Disposals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221224" y="3127248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Retire / scrap / sell assets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28600" y="334670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28600" y="3346704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3419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0664" y="33832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Depreciation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40664" y="3547872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SLM + WDV schedule, run finance tool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709160" y="334670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709160" y="3346704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09160" y="3419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221224" y="33832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AMC &amp; Insurance Tracker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221224" y="3547872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Expiry alerts, color-coded status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28600" y="3767328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28600" y="3767328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3840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0664" y="38039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Reports Center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40664" y="3968496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 report types, Excel/PDF export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709160" y="3767328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709160" y="3767328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09160" y="3840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16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221224" y="38039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Master Data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221224" y="3968496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Locations, Departments, Categories, Employees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28600" y="4187952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28600" y="4187952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8600" y="42611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40664" y="42245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User Management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740664" y="4389120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Add/edit users, roles, permissions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709160" y="4187952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4709160" y="4187952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09160" y="42611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18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221224" y="42245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Audit Logs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221224" y="4389120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Immutable change history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28600" y="4608576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228600" y="4608576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28600" y="46817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19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40664" y="46451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Settings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40664" y="4809744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Company profile, email, QR config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09160" y="4608576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4709160" y="4608576"/>
            <a:ext cx="457200" cy="347472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09160" y="46817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20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5221224" y="46451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Mobile / Responsive Notes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5221224" y="4809744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Key responsive breakpoints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01 — Login Page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Authentication · JWT · Role-Based Redirect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731520"/>
            <a:ext cx="2286000" cy="22860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14B8A6"/>
                </a:solidFill>
              </a:rPr>
              <a:t>AMS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Asset Management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Track every asset. Scan with QR codes.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Run audits. Calculate depreciation.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457200"/>
            <a:ext cx="3840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Welcome back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Sign in to your AMS account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15727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Email Address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792224"/>
            <a:ext cx="33832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856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your@email.com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22860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Password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2505456"/>
            <a:ext cx="33832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560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••••••••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2999232"/>
            <a:ext cx="164592" cy="16459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990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21808" y="29992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Remember me for 7 days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23760" y="29992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Forgot Password?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3291840"/>
            <a:ext cx="33832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355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SIGN IN 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840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Auto-lock after 5 failed attempts  |  Session: 8 hours  |  All actions logged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Request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3840480" cy="7772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587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📋  NOTES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Role detected from DB → redirect to right page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Forgot password → email link → reset form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02 — Dashboard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KPI Cards · Charts · Alerts · Quick Actions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740664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0664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Good morning, Admin 👋   |   Feb 25, 2025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1005840"/>
            <a:ext cx="1417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00200" y="1005840"/>
            <a:ext cx="1417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4792" y="1170432"/>
            <a:ext cx="1088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1,248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764792" y="171907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Assets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64792" y="192024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+12 this month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08960" y="1005840"/>
            <a:ext cx="1417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1005840"/>
            <a:ext cx="14173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1170432"/>
            <a:ext cx="1088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1,180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73552" y="171907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73552" y="192024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94.5% of total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1005840"/>
            <a:ext cx="1417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005840"/>
            <a:ext cx="1417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1170432"/>
            <a:ext cx="1088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32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782312" y="171907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Under Repair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82312" y="192024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Needs attention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1005840"/>
            <a:ext cx="1417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005840"/>
            <a:ext cx="14173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1170432"/>
            <a:ext cx="1088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18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291072" y="171907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Missing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91072" y="192024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Last audit flag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35240" y="1005840"/>
            <a:ext cx="1417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35240" y="1005840"/>
            <a:ext cx="1417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9832" y="1170432"/>
            <a:ext cx="1088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₹8.4Cr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799832" y="1719072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Value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99832" y="192024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Book value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00200" y="2331720"/>
            <a:ext cx="2926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73736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Assets by Category</a:t>
            </a:r>
            <a:endParaRPr lang="en-US" sz="10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1600200" y="2633472"/>
          <a:ext cx="29260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Shape 47"/>
          <p:cNvSpPr/>
          <p:nvPr/>
        </p:nvSpPr>
        <p:spPr>
          <a:xfrm>
            <a:off x="4663440" y="233172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4800600" y="2423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New Assets Added (Last 6 Months)</a:t>
            </a:r>
            <a:endParaRPr lang="en-US" sz="1000" dirty="0"/>
          </a:p>
        </p:txBody>
      </p:sp>
      <p:graphicFrame>
        <p:nvGraphicFramePr>
          <p:cNvPr id="52" name="Chart 1" descr=""/>
          <p:cNvGraphicFramePr/>
          <p:nvPr/>
        </p:nvGraphicFramePr>
        <p:xfrm>
          <a:off x="4663440" y="2633472"/>
          <a:ext cx="42976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Shape 49"/>
          <p:cNvSpPr/>
          <p:nvPr/>
        </p:nvSpPr>
        <p:spPr>
          <a:xfrm>
            <a:off x="1600200" y="4279392"/>
            <a:ext cx="7360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0"/>
          <p:cNvSpPr/>
          <p:nvPr/>
        </p:nvSpPr>
        <p:spPr>
          <a:xfrm>
            <a:off x="1737360" y="43434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⚠ Alerts: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2743200" y="4343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🔴 5 AMC contracts expire in &lt;30 days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5120640" y="43434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🟠 3 Insurance policies expiring soon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7223760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🔵 12 assets unchecked for 1 year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1737360" y="46177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Quick: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2423160" y="4572000"/>
            <a:ext cx="1508760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423160" y="460857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Asset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4069080" y="4572000"/>
            <a:ext cx="1508760" cy="274320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069080" y="460857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⊞ Scan QR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5715000" y="4572000"/>
            <a:ext cx="1508760" cy="274320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715000" y="460857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Start Audit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7360920" y="4572000"/>
            <a:ext cx="1508760" cy="274320"/>
          </a:xfrm>
          <a:prstGeom prst="rect">
            <a:avLst/>
          </a:prstGeom>
          <a:solidFill>
            <a:srgbClr val="0F1F3D">
              <a:alpha val="8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360920" y="460857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📊 Reports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03 — Asset List Page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Filterable Table · Search · Bulk Actions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Assets &gt; Asset List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Asset Register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1133856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133856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1188720"/>
            <a:ext cx="7360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1243584"/>
            <a:ext cx="18288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12893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🔍  Search name, code, serial...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84448" y="1252728"/>
            <a:ext cx="100584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1298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Category ▾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252728"/>
            <a:ext cx="100584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298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Location 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25312" y="1252728"/>
            <a:ext cx="100584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1298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Status ▾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12280" y="1252728"/>
            <a:ext cx="100584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298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Dept ▾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55280" y="1252728"/>
            <a:ext cx="96012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12801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Asset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600200" y="1737360"/>
            <a:ext cx="8705088" cy="292608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55064" y="1783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Asset Code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43784" y="1783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Asset Name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55464" y="1783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52744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Department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58584" y="1783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Assigned To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55864" y="178308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833104" y="17830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Book Value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701784" y="178308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00200" y="2029968"/>
            <a:ext cx="87050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55064" y="20848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AST-2024-0042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43784" y="208483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Dell Laptop Latitude 5520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55464" y="2084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Mumbai HQ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52744" y="20848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IT Dept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58584" y="2084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Rahul Sharma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37576" y="2084832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37576" y="2093976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833104" y="208483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₹58,200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701784" y="208483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👁 ✏️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00200" y="2304288"/>
            <a:ext cx="8705088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55064" y="2359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AST-2023-0018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843784" y="235915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Godrej Almirah 4-Door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55464" y="235915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Pune Branch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52744" y="23591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Admin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58584" y="235915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—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37576" y="2359152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37576" y="2368296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833104" y="23591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₹18,400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701784" y="235915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👁 ✏️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600200" y="2578608"/>
            <a:ext cx="87050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55064" y="263347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AST-2022-0007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843784" y="263347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Toyota Innova Crysta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855464" y="263347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HQ Parking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52744" y="263347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Transport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958584" y="263347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Driver Pool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037576" y="2633472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37576" y="2642616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In Repair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833104" y="263347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₹8,40,000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701784" y="26334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👁 ✏️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600200" y="2852928"/>
            <a:ext cx="8705088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55064" y="290779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AST-2024-0051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843784" y="290779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HP LaserJet Pro M428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855464" y="290779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Mumbai HQ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52744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Finance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958584" y="290779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Finance Team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037576" y="2907792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37576" y="2916936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833104" y="290779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₹14,200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701784" y="290779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👁 ✏️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600200" y="3127248"/>
            <a:ext cx="87050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55064" y="318211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AST-2021-0003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2843784" y="318211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Conference Table 20-Seat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855464" y="31821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Pune Branch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952744" y="31821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HR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958584" y="31821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—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37576" y="3182112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37576" y="3191256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Missing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8833104" y="318211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₹32,000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701784" y="318211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👁 ✏️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600200" y="3401568"/>
            <a:ext cx="8705088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55064" y="34564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AST-2024-0038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2843784" y="345643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Server UPS 3KVA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855464" y="34564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Server Room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952744" y="34564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IT Dept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958584" y="34564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IT Team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8037576" y="3456432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37576" y="3465576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8833104" y="345643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₹45,000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9701784" y="345643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👁 ✏️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600200" y="3730752"/>
            <a:ext cx="7360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37360" y="378561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Showing 1–20 of 1,248 assets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846320" y="376732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46320" y="378561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Export Excel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6172200" y="376732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72200" y="378561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Print QR Labels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498080" y="3767328"/>
            <a:ext cx="123444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498080" y="378561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Bulk Change Location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7772400" y="37856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← Prev   Page 1 of 63   Next →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600200" y="4114800"/>
            <a:ext cx="7360920" cy="777240"/>
          </a:xfrm>
          <a:prstGeom prst="rect">
            <a:avLst/>
          </a:prstGeom>
          <a:solidFill>
            <a:srgbClr val="162846">
              <a:alpha val="95000"/>
            </a:srgbClr>
          </a:solidFill>
          <a:ln w="12700">
            <a:solidFill>
              <a:srgbClr val="162846">
                <a:alpha val="50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737360" y="41513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📋  PAGE NOTES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1737360" y="4352544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• Click asset code → opens Asset Detail page (10 sections)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• Status badge colour-coded: Green=Active  Amber=Repair  Red=Missing  Gray=Disposed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• QR icon (🖨) → opens print label modal    Bulk select checkbox on each row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04 — Add Asset (Wizard)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6-Step Guided Form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Assets &gt; Add New Asset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Add New Asset — Step 1 of 6: Basic Details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1527048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527048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0" y="1170432"/>
            <a:ext cx="1143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1197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 Basic Info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88920" y="1280160"/>
            <a:ext cx="91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1170432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1197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 Purchase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0" y="1280160"/>
            <a:ext cx="91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1170432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1197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 Location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57800" y="1280160"/>
            <a:ext cx="91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1170432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1197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 AMC/Ins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92240" y="1280160"/>
            <a:ext cx="91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1170432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197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 Photos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726680" y="1280160"/>
            <a:ext cx="91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1170432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1197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 Review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00200" y="1554480"/>
            <a:ext cx="7360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78308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Asset Name *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83080" y="189280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74520" y="1947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e.g. Dell Laptop Latitude 5520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06240" y="1691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Category *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06240" y="1892808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1947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Select category ▾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9224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Sub-Category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189280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1947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Select sub-category ▾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78308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Brand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783080" y="262432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74520" y="2679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e.g. Dell, HP, Godrej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206240" y="24231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Model Number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06240" y="2624328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26791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e.g. Latitude 5520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9224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Serial Number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62432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0" y="2679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Manufacturer serial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783080" y="3154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Color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83080" y="335584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74520" y="34107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e.g. Black, Silver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206240" y="3154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Condition *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206240" y="3355848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0" y="33924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New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54880" y="3355848"/>
            <a:ext cx="502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33924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Good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303520" y="3355848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0" y="33924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Fair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852160" y="3355848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0" y="33924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Poor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783080" y="374904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Description (optional)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783080" y="3950208"/>
            <a:ext cx="69494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74520" y="404164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Enter additional description...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040880" y="4617720"/>
            <a:ext cx="1874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40880" y="46817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Next: Purchase Info →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Assets &gt; Add New Asset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Add Asset — Steps 2–6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1527048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527048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0" y="1188720"/>
            <a:ext cx="2377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0" y="1188720"/>
            <a:ext cx="23774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1316736"/>
            <a:ext cx="384048" cy="384048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13258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12848" y="13898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Purchase Info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83080" y="178308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Purchase Date *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83080" y="19476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Purchase Cost (₹) *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83080" y="211226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Vendor Name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83080" y="227685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Invoice Number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83080" y="244144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Invoice Date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83080" y="260604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Scrap/Residual Value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83080" y="277063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Upload Invoice (PDF)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60520" y="1188720"/>
            <a:ext cx="2377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60520" y="1188720"/>
            <a:ext cx="23774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1316736"/>
            <a:ext cx="384048" cy="384048"/>
          </a:xfrm>
          <a:prstGeom prst="ellipse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51960" y="13258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27448" y="13898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Location &amp; Assignment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7680" y="178308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Office Location *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97680" y="19476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Department *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680" y="211226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Assign to Employee (optional)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97680" y="227685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— dropdown filtered by location —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75120" y="1188720"/>
            <a:ext cx="2377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75120" y="1188720"/>
            <a:ext cx="23774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1316736"/>
            <a:ext cx="384048" cy="384048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13258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42048" y="13898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AMC &amp; Insurance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12280" y="178308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Insurance Policy No.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19476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Insurance Company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12280" y="211226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Insurance Expiry Date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12280" y="227685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Premium Amount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12280" y="244144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AMC Vendor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12280" y="260604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AMC Contract No.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12280" y="277063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AMC Expiry Date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12280" y="293522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AMC Cost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645920" y="3200400"/>
            <a:ext cx="2377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645920" y="3200400"/>
            <a:ext cx="23774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37360" y="3328416"/>
            <a:ext cx="384048" cy="384048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33375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212848" y="340156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Photos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783080" y="379476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Upload up to 5 photos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783080" y="395935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Drag &amp; drop or click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783080" y="412394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Invoice scan (PDF/IMG)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783080" y="428853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Each file max 5MB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783080" y="445312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Supported: JPG PNG PDF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160520" y="3200400"/>
            <a:ext cx="2377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60520" y="3200400"/>
            <a:ext cx="23774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51960" y="3328416"/>
            <a:ext cx="384048" cy="384048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33375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727448" y="340156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Review &amp; Save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297680" y="379476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Summary of all sections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97680" y="395935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Edit any section inline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297680" y="4123944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Click SAVE ASSET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297680" y="4288536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→ Auto-generates Asset Code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297680" y="4453128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→ Auto-generates QR Code PNG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297680" y="4617720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→ Asset goes LIVE in system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00200" y="4773168"/>
            <a:ext cx="7360920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37360" y="481888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✅  After Save: System auto-creates → Unique Asset Code (AST-2024-NNNNN) + QR Token (UUID) + QR PNG image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05 — Asset Detail Page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10-Section Full Profile View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Assets &gt; AST-2024-0042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Asset Detail — Dell Laptop Latitude 5520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1133856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133856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1143000"/>
            <a:ext cx="7360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1207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Dell Laptop Latitude 5520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37360" y="14447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AST-2024-0042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1234440"/>
            <a:ext cx="640080" cy="22860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2618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Active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45920" y="175564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645920" y="1755648"/>
            <a:ext cx="138988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19072" y="1883664"/>
            <a:ext cx="347472" cy="347472"/>
          </a:xfrm>
          <a:prstGeom prst="ellips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19072" y="18928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39696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Basic Information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19072" y="232257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Name • Category • Brand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Model • Serial No. • Condition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127248" y="175564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27248" y="1755648"/>
            <a:ext cx="138988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1883664"/>
            <a:ext cx="347472" cy="347472"/>
          </a:xfrm>
          <a:prstGeom prst="ellipse">
            <a:avLst/>
          </a:prstGeom>
          <a:solidFill>
            <a:srgbClr val="2563EB">
              <a:alpha val="8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18928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21024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Location &amp; Assignment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0" y="232257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Location • Department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Assigned Employee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08576" y="175564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1755648"/>
            <a:ext cx="138988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1883664"/>
            <a:ext cx="347472" cy="347472"/>
          </a:xfrm>
          <a:prstGeom prst="ellipse">
            <a:avLst/>
          </a:prstGeom>
          <a:solidFill>
            <a:srgbClr val="16A34A">
              <a:alpha val="8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18928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02352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Purchase &amp; Finance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81728" y="232257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Cost ₹58,200 • Vendor: Dell India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Invoice: INV-2024-001 • Scrap: ₹5,000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89904" y="175564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89904" y="1755648"/>
            <a:ext cx="138988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3056" y="1883664"/>
            <a:ext cx="347472" cy="347472"/>
          </a:xfrm>
          <a:prstGeom prst="ellipse">
            <a:avLst/>
          </a:prstGeom>
          <a:solidFill>
            <a:srgbClr val="F97316">
              <a:alpha val="8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18928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83680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QR Code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63056" y="232257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QR image displayed large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Download PNG • Print Label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571232" y="175564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71232" y="1755648"/>
            <a:ext cx="138988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44384" y="1883664"/>
            <a:ext cx="347472" cy="347472"/>
          </a:xfrm>
          <a:prstGeom prst="ellipse">
            <a:avLst/>
          </a:prstGeom>
          <a:solidFill>
            <a:srgbClr val="D97706">
              <a:alpha val="8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44384" y="18928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65008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Photos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644384" y="232257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Gallery (up to 5 photos)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Invoice scan viewer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45920" y="321868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645920" y="3218688"/>
            <a:ext cx="138988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19072" y="3346704"/>
            <a:ext cx="347472" cy="347472"/>
          </a:xfrm>
          <a:prstGeom prst="ellips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19072" y="33558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139696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AMC &amp; Insurance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719072" y="378561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Policy No. • Expiry dates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Expiry warning badges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127248" y="321868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127248" y="3218688"/>
            <a:ext cx="138988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3346704"/>
            <a:ext cx="347472" cy="347472"/>
          </a:xfrm>
          <a:prstGeom prst="ellipse">
            <a:avLst/>
          </a:prstGeom>
          <a:solidFill>
            <a:srgbClr val="2563EB">
              <a:alpha val="8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0" y="33558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21024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Depreciation History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200400" y="378561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FY table: Open→Rate→Dep→Close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Both Company &amp; Tax Law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608576" y="321868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08576" y="3218688"/>
            <a:ext cx="138988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81728" y="3346704"/>
            <a:ext cx="347472" cy="347472"/>
          </a:xfrm>
          <a:prstGeom prst="ellipse">
            <a:avLst/>
          </a:prstGeom>
          <a:solidFill>
            <a:srgbClr val="16A34A">
              <a:alpha val="8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81728" y="33558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102352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Verification History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681728" y="378561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Every scan: Date • Auditor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Condition • GPS • Photo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089904" y="321868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089904" y="3218688"/>
            <a:ext cx="138988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63056" y="3346704"/>
            <a:ext cx="347472" cy="347472"/>
          </a:xfrm>
          <a:prstGeom prst="ellipse">
            <a:avLst/>
          </a:prstGeom>
          <a:solidFill>
            <a:srgbClr val="F97316">
              <a:alpha val="8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63056" y="33558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583680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Transfer History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163056" y="378561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Timeline of location/dept/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employee changes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571232" y="3218688"/>
            <a:ext cx="13898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571232" y="3218688"/>
            <a:ext cx="138988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44384" y="3346704"/>
            <a:ext cx="347472" cy="347472"/>
          </a:xfrm>
          <a:prstGeom prst="ellipse">
            <a:avLst/>
          </a:prstGeom>
          <a:solidFill>
            <a:srgbClr val="D97706">
              <a:alpha val="8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44384" y="33558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065008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Audit / Change Log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644384" y="3785616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Who changed what &amp; when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Immutable record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601968" y="1216152"/>
            <a:ext cx="713232" cy="256032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01968" y="125272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✏️ Edit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370064" y="1216152"/>
            <a:ext cx="713232" cy="256032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70064" y="125272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🗑 Delete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138160" y="1216152"/>
            <a:ext cx="713232" cy="25603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8160" y="125272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↔ Transfer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06–08 — QR Code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Generate · Print · Scan (Public &amp; Logged-in)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QR Codes &gt; Print Labels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QR Code — Generate &amp; Print Labels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1920240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920240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118872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12618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Single Label Preview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1572768"/>
            <a:ext cx="237744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4520" y="1572768"/>
            <a:ext cx="237744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16276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YourCompany Ltd.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0" y="1993392"/>
            <a:ext cx="1645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2084832"/>
            <a:ext cx="41148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2084832"/>
            <a:ext cx="41148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246120"/>
            <a:ext cx="41148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F3D"/>
                </a:solidFill>
              </a:rPr>
              <a:t>▪ ▪ ▪ ▪ ▪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920240" y="3767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Dell Laptop Latitude 5520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2024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AST-2024-0042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1879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📱 Scan to view asset details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118872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Bulk QR Print Sheet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1572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Filter by Location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1773936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Select location ▾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48272" y="15727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Filter by Dept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48272" y="1773936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Select dept ▾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2048256"/>
            <a:ext cx="1828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103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Generate Print Sheet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48272" y="2048256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2103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Download as PDF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297180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00600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Supported Label Sizes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3337560"/>
            <a:ext cx="1325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3649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35×75mm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35661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Aluminium (durable)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26480" y="3337560"/>
            <a:ext cx="1325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33649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34×64mm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35661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Paper (standard)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543800" y="3337560"/>
            <a:ext cx="13258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43800" y="33649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40×70mm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543800" y="356616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Stainless Steel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4005072"/>
            <a:ext cx="4297680" cy="658368"/>
          </a:xfrm>
          <a:prstGeom prst="rect">
            <a:avLst/>
          </a:prstGeom>
          <a:solidFill>
            <a:srgbClr val="162846">
              <a:alpha val="92000"/>
            </a:srgbClr>
          </a:solidFill>
          <a:ln w="12700">
            <a:solidFill>
              <a:srgbClr val="162846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0416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QR Generation Flow: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00600" y="424281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Asset Created → UUID Token Generated → QR PNG Rendered → Saved to /uploads/qrcodes/ → Ready to Print &amp; Stick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QR Scan Views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Left: Public (No Login)   |   Right: In-App Scanner (Auditor)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11480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11480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🏢  YourCompany AMS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25296"/>
            <a:ext cx="3840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25296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📷  [Asset Photo]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596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Dell Laptop Latitude 5520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80944"/>
            <a:ext cx="384048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9992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Asset Code: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26464" y="29992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AST-2024-0042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191256"/>
            <a:ext cx="3840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0954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Location: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26464" y="320954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Mumbai HQ — IT Dept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384048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198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Assigned To: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26464" y="341985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Rahul Sharma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3840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3016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Serial No.: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26464" y="363016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CN-8XD20-90241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384048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8404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Condition: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26464" y="38404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Good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4032504"/>
            <a:ext cx="3840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05079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Status: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26464" y="405079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Active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645152"/>
            <a:ext cx="38404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000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 full details, log in to AMS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" y="49560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⚡ NO LOGIN REQUIRED — Anyone with phone can view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685800"/>
            <a:ext cx="411480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685800"/>
            <a:ext cx="4114800" cy="411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749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QR Scanner — Auditor Mode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1170432"/>
            <a:ext cx="3840480" cy="1828800"/>
          </a:xfrm>
          <a:prstGeom prst="rect">
            <a:avLst/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1417320"/>
            <a:ext cx="365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1417320"/>
            <a:ext cx="4572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1417320"/>
            <a:ext cx="365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1417320"/>
            <a:ext cx="4572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2651760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2944368"/>
            <a:ext cx="365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2651760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2944368"/>
            <a:ext cx="365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2084832"/>
            <a:ext cx="3291840" cy="3657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Point camera at QR label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3081528"/>
            <a:ext cx="3840480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31272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✅  After Scan — Actions available: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83480" y="3474720"/>
            <a:ext cx="384048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→ Mark as Verified (select condition)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983480" y="3749040"/>
            <a:ext cx="38404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2352" y="37856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→ Update Condition (Good/Fair/Poor)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83480" y="4023360"/>
            <a:ext cx="384048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2352" y="40599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→ Take Photo (upload immediately)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983480" y="4297680"/>
            <a:ext cx="38404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2352" y="4334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→ Report as Missing / Damaged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92040" y="49560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⚡ GPS coordinates auto-captured · Verification record created automatically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09–10 — Physical Verification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Batch List · Live Scanning · Audit Report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Physical Verification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Batch List (Left) · Live Scan Progress (Right)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49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Verification Batches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768096"/>
            <a:ext cx="1005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7955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New Batch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39319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43000"/>
            <a:ext cx="6400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88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Annual Audit — Mumbai HQ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Jan 2025 · 120 assets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54680" y="1243584"/>
            <a:ext cx="914400" cy="201168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26187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Closed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920240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Dept Audit — Finance Pune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Feb 2025 · 48 assets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54680" y="2020824"/>
            <a:ext cx="914400" cy="201168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0391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39319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9748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43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IT Equipment Audit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971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Feb 2025 · 87 assets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54680" y="2798064"/>
            <a:ext cx="914400" cy="20116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8163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Open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7472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520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Vehicles — All Locations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749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Mar 2025 · 24 assets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154680" y="3575304"/>
            <a:ext cx="914400" cy="20116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5935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Open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685800"/>
            <a:ext cx="4297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758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Finance Dept Audit — In Progress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1024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Pune Branch · Finance · Feb 2025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1261872"/>
            <a:ext cx="40233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1261872"/>
            <a:ext cx="2340864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307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26 / 48 assets verified (54%)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1691640"/>
            <a:ext cx="4023360" cy="47548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✅  Just Scanned: HP LaserJet Pro M428 — AST-2024-0051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0600" y="2240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Condition: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06440" y="2212848"/>
            <a:ext cx="8229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22494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2212848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22494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Fair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26680" y="2212848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6680" y="22494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Poor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2578608"/>
            <a:ext cx="4023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Add remarks...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3063240"/>
            <a:ext cx="19202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108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Mark as Verified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3063240"/>
            <a:ext cx="1920240" cy="32004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3108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⚠ Report Missing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00600" y="3547872"/>
            <a:ext cx="126187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58444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26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800600" y="393192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Found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72200" y="3547872"/>
            <a:ext cx="126187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358444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0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6172200" y="393192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Missing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543800" y="3547872"/>
            <a:ext cx="1261872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43800" y="358444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22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7543800" y="393192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Remaining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924544" y="3547872"/>
            <a:ext cx="1261872" cy="6858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24544" y="358444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GPS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924544" y="393192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Auto-captured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00600" y="4343400"/>
            <a:ext cx="4023360" cy="3200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43891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⬛ Close Batch &amp; Generate Report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11–12 — Transfers &amp; Disposals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Move Assets · Retire / Scrap / Sell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Transfers &amp; Disposals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Formal request → approval → record update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1605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1605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↔  Asset Transfer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Select Asset *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44168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Search by name or code...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8105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Transfer Type *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12618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4825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Change Location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0" y="2011680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04825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Change Department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2011680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04825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Change Employee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From Location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596896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Auto-filled ▾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67712" y="23957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To Location *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67712" y="2596896"/>
            <a:ext cx="19385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265176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Select new location 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Transfer Date *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054096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108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dd / mm / yyyy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67712" y="28529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Reason *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67712" y="3054096"/>
            <a:ext cx="19385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310896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Enter reason...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337560"/>
            <a:ext cx="38862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83280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Submit for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767328"/>
            <a:ext cx="3886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221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Approval Workflow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4096512"/>
            <a:ext cx="8229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Raised → Pending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170432" y="4233672"/>
            <a:ext cx="146304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16736" y="4096512"/>
            <a:ext cx="8229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16736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Admin Notified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139696" y="4233672"/>
            <a:ext cx="146304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4096512"/>
            <a:ext cx="82296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Admin Reviews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08960" y="4233672"/>
            <a:ext cx="146304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55264" y="4096512"/>
            <a:ext cx="82296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5264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Approve / Reject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✅ On Approve: Asset record instantly updated · Transfer history saved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63440" y="685800"/>
            <a:ext cx="429768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685800"/>
            <a:ext cx="42976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804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🗑  Asset Disposal Request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Select Asset *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34416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13990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Search by name or code...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0600" y="18105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Disposal Type *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00600" y="2011680"/>
            <a:ext cx="98755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2048256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Scrapped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852160" y="201168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2048256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Sold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03720" y="201168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2048256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Donated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955280" y="201168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2048256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Written Off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00600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Disposal Date *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00600" y="2596896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dd / mm / yyyy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748272" y="2395728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Sale Amount (if sold)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48272" y="2596896"/>
            <a:ext cx="1984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39712" y="2651760"/>
            <a:ext cx="1801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₹ 0.00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00600" y="2834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Reason *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00600" y="3035808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92040" y="3090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Enter reason for disposal...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00600" y="3273552"/>
            <a:ext cx="39319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33192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Auto Gain / Loss Calculator: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937760" y="351129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Book Value at Disposal:  ₹ 58,200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903720" y="351129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Sale Amount:  ₹ 42,000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937760" y="36850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Loss:  − ₹ 16,200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800600" y="3959352"/>
            <a:ext cx="393192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0600" y="4005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Submit for Admin Approval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800600" y="44256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✅ On Approve: Status → Disposed · Asset locked from edits · Depreciation stops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13 — Depreciation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SLM + WDV · Company Law + Tax Law · Year-end Finance Tool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Finance &gt; Depreciation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Depreciation — Run &amp; Schedule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3493008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93008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1143000"/>
            <a:ext cx="2926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00200" y="1143000"/>
            <a:ext cx="29260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12618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Run Depreciation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161848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Financial Year *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37360" y="1819656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18745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2024–25 ▾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37360" y="226771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Law Type *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468880"/>
            <a:ext cx="126187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252374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Company Law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(Schedule II)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08960" y="2468880"/>
            <a:ext cx="1261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252374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Income Tax Law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(IT Act)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37360" y="309067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Method *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3291840"/>
            <a:ext cx="12618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332841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SLM — Straight Line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90672" y="3291840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90672" y="332841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WDV — Reducing Balance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737360" y="3712464"/>
            <a:ext cx="12618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3749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Preview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90672" y="3712464"/>
            <a:ext cx="1261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0672" y="37673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 &amp; Save ✓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1143000"/>
            <a:ext cx="4297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00600" y="1216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Schedule — Dell Laptop Latitude 5520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14813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Method: SLM · Company Law · Rate: 15% · Useful Life: 5 Yrs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1719072"/>
            <a:ext cx="4754880" cy="292608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176479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76672" y="17647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36792" y="17647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85432" y="176479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 Amt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872984" y="17647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Closing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787384" y="17647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2011680"/>
            <a:ext cx="4754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2066544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2021-22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76672" y="206654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₹1,00,000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36792" y="206654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85432" y="2066544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₹12,750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872984" y="206654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₹87,250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787384" y="20665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2267712"/>
            <a:ext cx="475488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232257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2022-23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76672" y="2322576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₹87,250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336792" y="232257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15%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85432" y="2322576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₹12,750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872984" y="232257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₹74,500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787384" y="23225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2523744"/>
            <a:ext cx="4754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18304" y="257860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2023-24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76672" y="2578608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₹74,500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336792" y="2578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15%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885432" y="2578608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₹12,750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872984" y="25786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₹61,750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787384" y="257860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SLM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63440" y="2779776"/>
            <a:ext cx="475488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18304" y="2834640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2024-25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376672" y="283464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₹61,750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336792" y="28346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15%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885432" y="2834640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₹12,750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872984" y="28346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₹49,000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787384" y="283464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SLM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63440" y="3035808"/>
            <a:ext cx="4754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18304" y="3090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2025-26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376672" y="309067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₹49,000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336792" y="3090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15%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85432" y="3090672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₹12,750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872984" y="309067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₹36,250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8787384" y="3090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SLM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663440" y="3310128"/>
            <a:ext cx="4297680" cy="292608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3364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Total Dep Charged: ₹51,000  |  Remaining Book Value: ₹36,250  |  Scrap Value: ₹5,000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663440" y="3712464"/>
            <a:ext cx="2057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37490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Export Excel (.xlsx)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903720" y="3712464"/>
            <a:ext cx="20574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03720" y="376732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Export PDF Report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600200" y="4480560"/>
            <a:ext cx="7360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737360" y="45171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📋  Business Rules: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737360" y="4709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Runs once per asset per FY · Pro-rated for mid-year purchases · Book value ≥ Scrap Value (floor) · Disposed assets excluded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14 — AMC &amp; Insurance Tracker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Expiry Alerts · Color-Coded Dashboard · Automated Emails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Finance &gt; AMC &amp; Insurance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AMC &amp; Insurance — Expiry Tracker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3886200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86200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114300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27632" y="1143000"/>
            <a:ext cx="16916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12618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627632" y="16093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Expired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56432" y="114300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56432" y="1143000"/>
            <a:ext cx="16916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12618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56432" y="16093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Due &lt; 30 days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85232" y="114300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85232" y="1143000"/>
            <a:ext cx="1691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12618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</a:rPr>
              <a:t>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285232" y="16093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Due &lt; 60 days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14032" y="1143000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14032" y="1143000"/>
            <a:ext cx="16916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12618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47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114032" y="16093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Valid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00200" y="2029968"/>
            <a:ext cx="7360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0" y="2057400"/>
            <a:ext cx="1143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2084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All Contracts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52928" y="2057400"/>
            <a:ext cx="1143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52928" y="2084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Expired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059936" y="2057400"/>
            <a:ext cx="1143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59936" y="2084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&lt; 30 Days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66944" y="2057400"/>
            <a:ext cx="1143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66944" y="2084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&lt; 60 Days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73952" y="2057400"/>
            <a:ext cx="1143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2084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Insurance Only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80960" y="2057400"/>
            <a:ext cx="1143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2084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AMC Only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600200" y="2487168"/>
            <a:ext cx="7360920" cy="292608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55064" y="25328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Asset Name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66744" y="2532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Type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581144" y="25328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Vendor / Insurer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952744" y="2532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Expiry Date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67144" y="25328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Days Left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598664" y="25328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421624" y="25328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600200" y="2779776"/>
            <a:ext cx="7360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55064" y="28346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 Units x4 (Floor 2)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666744" y="28346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AMC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581144" y="28346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Blue Star Services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952744" y="28346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28 Feb 2025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67144" y="28346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580376" y="2834640"/>
            <a:ext cx="731520" cy="164592"/>
          </a:xfrm>
          <a:prstGeom prst="roundRect">
            <a:avLst>
              <a:gd name="adj" fmla="val 27778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0376" y="2843784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EXPIRED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421624" y="283464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Renew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600200" y="3035808"/>
            <a:ext cx="7360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55064" y="309067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Server UPS 3KVA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666744" y="309067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AMC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581144" y="30906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APC Authorized India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952744" y="309067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 Mar 2025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867144" y="30906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19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580376" y="3090672"/>
            <a:ext cx="731520" cy="164592"/>
          </a:xfrm>
          <a:prstGeom prst="roundRect">
            <a:avLst>
              <a:gd name="adj" fmla="val 27778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0376" y="3099816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&lt; 30 DAYS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421624" y="30906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Renew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600200" y="3291840"/>
            <a:ext cx="7360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55064" y="334670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Elevator (Block A)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666744" y="334670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AMC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581144" y="334670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Otis Elevator Co.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952744" y="334670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01 Apr 2025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867144" y="334670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33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580376" y="3346704"/>
            <a:ext cx="731520" cy="164592"/>
          </a:xfrm>
          <a:prstGeom prst="roundRect">
            <a:avLst>
              <a:gd name="adj" fmla="val 27778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80376" y="3355848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&lt; 60 DAYS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8421624" y="33467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View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600200" y="3547872"/>
            <a:ext cx="7360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55064" y="360273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CCTV System (20 cams)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666744" y="36027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Insurance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581144" y="360273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HDFC ERGO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952744" y="36027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30 Jun 2025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867144" y="36027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124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580376" y="3602736"/>
            <a:ext cx="73152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80376" y="3611880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VALID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421624" y="360273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View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600200" y="3803904"/>
            <a:ext cx="7360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655064" y="38587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Generator 75KVA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666744" y="38587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AMC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581144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Cummins India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952744" y="38587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15 Aug 2025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867144" y="385876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170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580376" y="3858768"/>
            <a:ext cx="73152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80376" y="3867912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VALID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8421624" y="385876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View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600200" y="4114800"/>
            <a:ext cx="73609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37360" y="416966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⏰  Automated Email Alert Schedule (runs every morning at 8:00 AM via node-cron)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828800" y="4425696"/>
            <a:ext cx="1554480" cy="420624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828800" y="44531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Email at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828800" y="46085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90 days before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3657600" y="4425696"/>
            <a:ext cx="1554480" cy="4206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657600" y="44531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Email at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3657600" y="46085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60 days before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5486400" y="4425696"/>
            <a:ext cx="1554480" cy="42062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0" y="44531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Email at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5486400" y="46085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30 days before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7315200" y="4425696"/>
            <a:ext cx="1554480" cy="420624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315200" y="44531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Email at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7315200" y="46085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7 days before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15 — Reports Center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12 Report Types · Excel · PDF · Role-Filtered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Reports &gt; All Reports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Reports Center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279392"/>
            <a:ext cx="15087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79392"/>
            <a:ext cx="457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1143000"/>
            <a:ext cx="7360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64208" y="1161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64208" y="136245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1417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From Date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01568" y="1161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01568" y="136245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417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To Date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11612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136245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Location ▾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01968" y="11612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01968" y="136245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Department 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19872" y="1188720"/>
            <a:ext cx="777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1234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Filter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0" y="162763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45920" y="1627632"/>
            <a:ext cx="1737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1755648"/>
            <a:ext cx="384048" cy="384048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17647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01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12848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755648" y="222199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detail — all assets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737360" y="249631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37360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42032" y="249631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493008" y="162763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493008" y="1627632"/>
            <a:ext cx="1737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84448" y="1755648"/>
            <a:ext cx="384048" cy="384048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4448" y="17647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59936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Location-Wise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02736" y="222199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By office / branch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584448" y="249631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84448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89120" y="249631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340096" y="162763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340096" y="1627632"/>
            <a:ext cx="17373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31536" y="1755648"/>
            <a:ext cx="384048" cy="384048"/>
          </a:xfrm>
          <a:prstGeom prst="ellipse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7647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03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907024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Department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49824" y="222199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Cost centre grouping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431536" y="249631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31536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236208" y="249631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36208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187184" y="162763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187184" y="1627632"/>
            <a:ext cx="1737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78624" y="1755648"/>
            <a:ext cx="384048" cy="384048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78624" y="17647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754112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Category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296912" y="222199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Type breakdown &amp; value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278624" y="249631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78624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083296" y="249631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83296" y="252374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645920" y="290779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645920" y="2907792"/>
            <a:ext cx="17373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37360" y="3035808"/>
            <a:ext cx="384048" cy="384048"/>
          </a:xfrm>
          <a:prstGeom prst="ellipse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37360" y="30449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05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21284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Employee Assets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755648" y="350215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Per person assigned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737360" y="377647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737360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2542032" y="377647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42032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493008" y="290779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3493008" y="2907792"/>
            <a:ext cx="17373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584448" y="3035808"/>
            <a:ext cx="384048" cy="384048"/>
          </a:xfrm>
          <a:prstGeom prst="ellipse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84448" y="30449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06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4059936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Missing Assets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3602736" y="350215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Not found in last audit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584448" y="377647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84448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77647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340096" y="290779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340096" y="2907792"/>
            <a:ext cx="1737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431536" y="3035808"/>
            <a:ext cx="384048" cy="384048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31536" y="30449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07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5907024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5449824" y="350215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Company &amp; Tax Law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431536" y="377647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431536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236208" y="377647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36208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7187184" y="290779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7187184" y="2907792"/>
            <a:ext cx="17373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78624" y="3035808"/>
            <a:ext cx="384048" cy="384048"/>
          </a:xfrm>
          <a:prstGeom prst="ellipse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78624" y="30449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08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7754112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Disposal Report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296912" y="350215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With gain/loss calc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278624" y="377647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78624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8083296" y="377647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83296" y="380390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18795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1645920" y="4187952"/>
            <a:ext cx="17373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737360" y="4315968"/>
            <a:ext cx="384048" cy="384048"/>
          </a:xfrm>
          <a:prstGeom prst="ellipse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737360" y="43251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09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2212848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AMC Expiry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1755648" y="478231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Maintenance contracts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737360" y="505663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737360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542032" y="505663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542032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3493008" y="418795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3493008" y="4187952"/>
            <a:ext cx="17373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584448" y="4315968"/>
            <a:ext cx="384048" cy="384048"/>
          </a:xfrm>
          <a:prstGeom prst="ellipse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584448" y="43251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059936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Insurance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3602736" y="478231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Policy status &amp; expiry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3584448" y="505663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584448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4389120" y="505663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389120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5340096" y="418795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5340096" y="4187952"/>
            <a:ext cx="1737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431536" y="4315968"/>
            <a:ext cx="384048" cy="384048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431536" y="43251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11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5907024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Audit Report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5449824" y="478231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Per batch: found/missing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431536" y="505663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431536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236208" y="505663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236208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7187184" y="4187952"/>
            <a:ext cx="1737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7187184" y="4187952"/>
            <a:ext cx="1737360" cy="640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78624" y="4315968"/>
            <a:ext cx="384048" cy="384048"/>
          </a:xfrm>
          <a:prstGeom prst="ellipse">
            <a:avLst/>
          </a:prstGeom>
          <a:solidFill>
            <a:srgbClr val="0F1F3D">
              <a:alpha val="18000"/>
            </a:srgbClr>
          </a:solidFill>
          <a:ln w="12700">
            <a:solidFill>
              <a:srgbClr val="0F1F3D">
                <a:alpha val="5000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278624" y="43251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12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7754112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Change History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7296912" y="478231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compliance trail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7278624" y="5056632"/>
            <a:ext cx="731520" cy="219456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278624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Excel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8083296" y="5056632"/>
            <a:ext cx="731520" cy="219456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083296" y="5084064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PDF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</a:rPr>
              <a:t>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16–19 — Admin Pages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Master Data · Users · Audit Logs · Settings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Master Data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Locations · Departments · Categories · Employees — each has its own CRUD page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4206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13816"/>
            <a:ext cx="384048" cy="384048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13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868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850392"/>
            <a:ext cx="100584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778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216152"/>
            <a:ext cx="4023360" cy="237744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527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Name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00200" y="12527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Details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0" y="125272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Assets / Status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813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Mumbai HQ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481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Andheri East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63240" y="14813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47 Assets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31920" y="149047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50876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1682496"/>
            <a:ext cx="4023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7099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Pune Branch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00200" y="17099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Shivajinagar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63240" y="17099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31 Assets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931920" y="171907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173736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191109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938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Delhi Office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600200" y="1938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Connaught Place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63240" y="19385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 Assets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931920" y="194767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196596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63440" y="685800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685800"/>
            <a:ext cx="4206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813816"/>
            <a:ext cx="384048" cy="384048"/>
          </a:xfrm>
          <a:prstGeom prst="ellipse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813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0368" y="868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Departments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850392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8778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1216152"/>
            <a:ext cx="4023360" cy="237744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2527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Name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80760" y="12527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Details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680960" y="125272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Assets / Status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0" y="145389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4813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Finance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080760" y="1481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CC-001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43800" y="14813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Mumbai HQ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412480" y="149047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150876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754880" y="1682496"/>
            <a:ext cx="4023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17099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IT Dept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080760" y="17099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CC-002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543800" y="17099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Mumbai HQ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412480" y="171907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173736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754880" y="191109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19385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080760" y="1938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CC-003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43800" y="19385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Pune Branch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412480" y="194767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196596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82880" y="2880360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82880" y="2880360"/>
            <a:ext cx="4206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3008376"/>
            <a:ext cx="384048" cy="384048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🏷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49808" y="3063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Categories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291840" y="3044952"/>
            <a:ext cx="100584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0" y="30723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3410712"/>
            <a:ext cx="4023360" cy="237744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3447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Name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600200" y="344728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Details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200400" y="344728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Assets / Status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64845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36758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IT Equipment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600200" y="36758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—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063240" y="36758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15%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931920" y="368503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0" y="370332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SLM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74320" y="3877056"/>
            <a:ext cx="4023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39044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Laptops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600200" y="3904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IT Equip.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063240" y="39044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15%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931920" y="391363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31920" y="393192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WDV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274320" y="410565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0040" y="4133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Furniture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600200" y="41330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—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3063240" y="41330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10%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931920" y="414223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31920" y="416052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SLM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663440" y="2880360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663440" y="2880360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0" y="3008376"/>
            <a:ext cx="384048" cy="38404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488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230368" y="3063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Employees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772400" y="3044952"/>
            <a:ext cx="1005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72400" y="30723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754880" y="3410712"/>
            <a:ext cx="4023360" cy="237744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00600" y="34472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Name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080760" y="344728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Details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7680960" y="344728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Assets / Status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754880" y="364845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00600" y="36758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EMP-001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080760" y="36758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Rahul Sharma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7543800" y="36758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IT Dept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8412480" y="368503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412480" y="370332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4754880" y="3877056"/>
            <a:ext cx="4023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00600" y="39044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EMP-002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080760" y="3904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Priya Mehta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7543800" y="39044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Finance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8412480" y="391363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12480" y="393192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105656"/>
            <a:ext cx="4023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800600" y="4133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EMP-003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6080760" y="41330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Ankit Joshi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543800" y="41330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Admin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8412480" y="4142232"/>
            <a:ext cx="384048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12480" y="4160520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Active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Management &amp; Audit Logs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Admin-only pages for managing access and tracking all changes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1605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589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👥  User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768096"/>
            <a:ext cx="1005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7955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User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178808" cy="292608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14300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63624" y="1143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Email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35224" y="1143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41064" y="114300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4178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44475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Anita Desai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63624" y="144475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anita@co.com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16936" y="1444752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0F1F3D">
              <a:alpha val="20000"/>
            </a:srgbClr>
          </a:solidFill>
          <a:ln w="12700">
            <a:solidFill>
              <a:srgbClr val="0F1F3D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6936" y="145389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F3D"/>
                </a:solidFill>
              </a:rPr>
              <a:t>Super Admin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22776" y="1444752"/>
            <a:ext cx="475488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2776" y="145389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1664208"/>
            <a:ext cx="4178808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71907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Rahul Shah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63624" y="1719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rahul@co.com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16936" y="1719072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172821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Admin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922776" y="1719072"/>
            <a:ext cx="475488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22776" y="172821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1938528"/>
            <a:ext cx="4178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199339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Priya Joshi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563624" y="19933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priya@co.com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16936" y="1993392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6936" y="200253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Asset Mgr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922776" y="1993392"/>
            <a:ext cx="475488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22776" y="200253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212848"/>
            <a:ext cx="4178808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26771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Suresh K.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563624" y="226771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suresh@co.com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16936" y="2267712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6936" y="227685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Auditor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922776" y="2267712"/>
            <a:ext cx="475488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22776" y="227685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Active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487168"/>
            <a:ext cx="4178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254203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Neha R.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563624" y="25420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neha@co.com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16936" y="2542032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64748B">
              <a:alpha val="20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16936" y="255117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Viewer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922776" y="2542032"/>
            <a:ext cx="475488" cy="164592"/>
          </a:xfrm>
          <a:prstGeom prst="roundRect">
            <a:avLst>
              <a:gd name="adj" fmla="val 27778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22776" y="255117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Inactive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2852928"/>
            <a:ext cx="39776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Role Permissions Quick Ref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7472" y="3154680"/>
            <a:ext cx="1920240" cy="201168"/>
          </a:xfrm>
          <a:prstGeom prst="rect">
            <a:avLst/>
          </a:prstGeom>
          <a:solidFill>
            <a:srgbClr val="0F1F3D">
              <a:alpha val="12000"/>
            </a:srgbClr>
          </a:solidFill>
          <a:ln w="12700">
            <a:solidFill>
              <a:srgbClr val="0F1F3D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172968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F3D"/>
                </a:solidFill>
              </a:rPr>
              <a:t>Super Admin: Full control · all settings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340864" y="3154680"/>
            <a:ext cx="1920240" cy="201168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0592" y="3172968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Admin: Users, locations, approvals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7472" y="3392424"/>
            <a:ext cx="1920240" cy="20116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410712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Asset Manager: Add/edit assets, QR, transfers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340864" y="3392424"/>
            <a:ext cx="1920240" cy="20116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3410712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Auditor: Scan QR, verify assets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7472" y="3154680"/>
            <a:ext cx="3840480" cy="201168"/>
          </a:xfrm>
          <a:prstGeom prst="rect">
            <a:avLst/>
          </a:prstGeom>
          <a:solidFill>
            <a:srgbClr val="64748B">
              <a:alpha val="12000"/>
            </a:srgbClr>
          </a:solidFill>
          <a:ln w="12700">
            <a:solidFill>
              <a:srgbClr val="64748B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172968"/>
            <a:ext cx="3657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Viewer: Read-only access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895344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3931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Add / Edit User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47472" y="41605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Full Name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47472" y="43616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44165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...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627632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Email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627632" y="4361688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19072" y="44165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...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063240" y="416052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Role ▾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063240" y="4361688"/>
            <a:ext cx="11155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54680" y="441655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47472" y="4572000"/>
            <a:ext cx="3840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46177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 User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685800"/>
            <a:ext cx="429768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800600" y="758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📋  Audit Logs — System Change History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800600" y="1005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Immutable · Cannot be edited or deleted · Export to Excel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709160" y="1234440"/>
            <a:ext cx="42062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0" y="1252728"/>
            <a:ext cx="786384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0" y="1280160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All Actions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596128" y="1252728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96128" y="1280160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INSERT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437376" y="1252728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37376" y="1280160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UPDATE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278624" y="1252728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78624" y="1280160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DELETE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119872" y="1252728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19872" y="1280160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QR_SCAN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09160" y="1627632"/>
            <a:ext cx="4389120" cy="292608"/>
          </a:xfrm>
          <a:prstGeom prst="rect">
            <a:avLst/>
          </a:prstGeom>
          <a:solidFill>
            <a:srgbClr val="162846"/>
          </a:solidFill>
          <a:ln w="12700">
            <a:solidFill>
              <a:srgbClr val="16284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64024" y="1673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Timestamp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61304" y="167335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702552" y="1673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342632" y="167335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Table / Record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8421624" y="16733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Change Summary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709160" y="1920240"/>
            <a:ext cx="4389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64024" y="197510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25 Feb 10:42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61304" y="19751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Anita D.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684264" y="1975104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84264" y="19842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UPDATE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7342632" y="197510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Assets / AST-2024-0042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8421624" y="197510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Status: Active→Repair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709160" y="2157984"/>
            <a:ext cx="43891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64024" y="22128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25 Feb 10:15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861304" y="221284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Rahul S.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684264" y="2212848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684264" y="222199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INSERT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7342632" y="2212848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Transfers / TRF-0012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421624" y="221284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transfer request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709160" y="2395728"/>
            <a:ext cx="4389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64024" y="245059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25 Feb 09:58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861304" y="245059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Priya J.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684264" y="2450592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84264" y="245973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QR_SCAN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7342632" y="2450592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Assets / AST-2023-0018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8421624" y="24505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Scanned @ 19.07°N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709160" y="2633472"/>
            <a:ext cx="43891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764024" y="268833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24 Feb 17:22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5861304" y="26883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Suresh K.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6684264" y="2688336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84264" y="2697480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UPDATE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7342632" y="268833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AssetVerif / VRF-011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421624" y="26883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Condition: Good→Fair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709160" y="2871216"/>
            <a:ext cx="4389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64024" y="29260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24 Feb 14:10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5861304" y="292608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Anita D.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684264" y="2926080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684264" y="293522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DELETE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7342632" y="292608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Users / USR-0006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8421624" y="29260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User deactivated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709160" y="3108960"/>
            <a:ext cx="43891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764024" y="316382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24 Feb 11:03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5861304" y="31638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Rahul S.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6684264" y="3163824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84264" y="317296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INSERT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7342632" y="316382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Assets / AST-2024-0052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8421624" y="316382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asset created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4709160" y="3346704"/>
            <a:ext cx="4389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64024" y="340156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23 Feb 16:44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5861304" y="340156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Priya J.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6684264" y="3401568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684264" y="341071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UPDATE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7342632" y="3401568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Disposals / DIS-004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8421624" y="340156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Approved disposal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4709160" y="3584448"/>
            <a:ext cx="43891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764024" y="36393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23 Feb 09:30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5861304" y="363931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Suresh K.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6684264" y="3639312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84264" y="364845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QR_SCAN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7342632" y="3639312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Assets / AST-2022-0007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8421624" y="363931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Public scan recorded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4709160" y="3913632"/>
            <a:ext cx="42062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800600" y="396849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Showing 1–8 of 4,821 log entries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7635240" y="3950208"/>
            <a:ext cx="11887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635240" y="39867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Export Excel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4709160" y="42976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📋  Before / After JSON stored for every UPDATE · IP address + user agent logged · Admin+ only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087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914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4B8A6"/>
                </a:solidFill>
              </a:rPr>
              <a:t>AMS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91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Admin &gt; Settings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0" y="1097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09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"/>
            <a:ext cx="292608" cy="292608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28016"/>
            <a:ext cx="310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System Settings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7772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70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Asset Register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15636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Add New Asset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" y="195681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QR Scanner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" y="2350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2743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Transfers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31363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Disposals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" y="35295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Depreciation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9227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AMC &amp; Insurance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" y="431596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3C3"/>
                </a:solidFill>
              </a:rPr>
              <a:t>Reports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93268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Super Admin only · Configure company-wide AMS preferences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0" y="118872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45920" y="1188720"/>
            <a:ext cx="2331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1316736"/>
            <a:ext cx="347472" cy="347472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9072" y="131673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13716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Company Profile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37360" y="1755648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178308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Company Name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0" y="17830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Your Company Ltd.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37360" y="203911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206654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Logo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0" y="2066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Upload PNG/SVG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37360" y="2322576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23500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Address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0" y="2350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Full address for reports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37360" y="2606040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26334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Registered No.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0" y="2633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CIN / GSTIN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114800" y="118872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0" y="1188720"/>
            <a:ext cx="23317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87952" y="1316736"/>
            <a:ext cx="347472" cy="347472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87952" y="131673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13716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Financial Year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06240" y="1755648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178308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Current FY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212080" y="17830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2024–25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206240" y="203911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206654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FY Start Month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212080" y="2066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April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206240" y="2322576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1960" y="23500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FY End Month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212080" y="2350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March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206240" y="2606040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51960" y="26334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Default Currency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212080" y="2633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INR (₹)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583680" y="118872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583680" y="1188720"/>
            <a:ext cx="23317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56832" y="1316736"/>
            <a:ext cx="347472" cy="347472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56832" y="131673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86600" y="13716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Email / SMTP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75120" y="1755648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178308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SMTP Host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680960" y="17830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smtp.company.com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675120" y="203911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0840" y="206654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SMTP Port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680960" y="2066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587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675120" y="2322576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23500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SMTP Username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680960" y="2350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alerts@company.com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675120" y="2606040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20840" y="26334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Alert Recipients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680960" y="2633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admin@company.com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645920" y="310896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645920" y="3108960"/>
            <a:ext cx="23317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19072" y="3236976"/>
            <a:ext cx="347472" cy="34747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19072" y="323697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32918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QR Label Config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675888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3080" y="37033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Company Name on Label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74320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Your Company Ltd.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737360" y="395935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83080" y="398678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Label Size Default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743200" y="39867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35×75mm (Aluminium)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737360" y="4242816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783080" y="42702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Show Logo on Label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743200" y="4270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Yes / No toggle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737360" y="4526280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83080" y="455371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QR Base URL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743200" y="45537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https://ams.company.com/scan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114800" y="310896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114800" y="3108960"/>
            <a:ext cx="23317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87952" y="3236976"/>
            <a:ext cx="347472" cy="347472"/>
          </a:xfrm>
          <a:prstGeom prst="ellipse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87952" y="323697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17720" y="32918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Asset Code Format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206240" y="3675888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51960" y="37033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Code Prefix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21208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AST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206240" y="395935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51960" y="398678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Include Year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212080" y="39867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Yes (AST-2024-NNNNN)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206240" y="4242816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251960" y="42702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Sequence Digits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212080" y="4270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5 digits (00001)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206240" y="4526280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51960" y="455371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Reset Sequence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212080" y="45537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Never (unique forever)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583680" y="310896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6583680" y="3108960"/>
            <a:ext cx="23317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56832" y="3236976"/>
            <a:ext cx="347472" cy="347472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56832" y="323697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86600" y="32918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Depreciation Defaults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675120" y="3675888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20840" y="37033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Default Method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768096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SLM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675120" y="395935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720840" y="3986784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Default Rate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680960" y="39867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15% (overrideable per category)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675120" y="4242816"/>
            <a:ext cx="21488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720840" y="42702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Companies Act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7680960" y="4270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Schedule II rates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675120" y="4526280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720840" y="455371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Income Tax Act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7680960" y="45537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IT Act rates per block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7040880" y="4736592"/>
            <a:ext cx="18745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040880" y="4782312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Save All Settings ✓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User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complete journey through AMS — 10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280160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1828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1031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Email + password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Role-based redirect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47088" y="1801368"/>
            <a:ext cx="164592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11556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115568"/>
            <a:ext cx="1572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280160"/>
            <a:ext cx="457200" cy="457200"/>
          </a:xfrm>
          <a:prstGeom prst="ellipse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84832" y="1828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21031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See KPIs, charts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and alerts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84448" y="1801368"/>
            <a:ext cx="164592" cy="36576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11556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115568"/>
            <a:ext cx="1572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1280160"/>
            <a:ext cx="457200" cy="457200"/>
          </a:xfrm>
          <a:prstGeom prst="ellipse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22192" y="1828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Add Asset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22192" y="21031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6-step wizard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Auto code + QR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21808" y="1801368"/>
            <a:ext cx="164592" cy="36576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111556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115568"/>
            <a:ext cx="157276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4184" y="1280160"/>
            <a:ext cx="457200" cy="457200"/>
          </a:xfrm>
          <a:prstGeom prst="ellipse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418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1828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Print Label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59552" y="21031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Stick QR label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on physical asset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59168" y="1801368"/>
            <a:ext cx="164592" cy="36576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11556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1115568"/>
            <a:ext cx="157276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81544" y="1280160"/>
            <a:ext cx="457200" cy="457200"/>
          </a:xfrm>
          <a:prstGeom prst="ellipse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96912" y="1828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Anyone Scans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96912" y="21031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No login needed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Phone camera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80720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807208"/>
            <a:ext cx="1572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" y="2971800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47472" y="35204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 Batch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Create batch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Field team scans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847088" y="3493008"/>
            <a:ext cx="164592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11680" y="280720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11680" y="2807208"/>
            <a:ext cx="1572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9464" y="2971800"/>
            <a:ext cx="457200" cy="457200"/>
          </a:xfrm>
          <a:prstGeom prst="ellipse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946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084832" y="35204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84832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Request raised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Manager approves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584448" y="3493008"/>
            <a:ext cx="164592" cy="36576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0" y="280720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9040" y="2807208"/>
            <a:ext cx="1572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06824" y="2971800"/>
            <a:ext cx="457200" cy="457200"/>
          </a:xfrm>
          <a:prstGeom prst="ellipse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068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822192" y="35204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AMC Alert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822192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Daily email at 8AM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90/60/30/7 days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21808" y="3493008"/>
            <a:ext cx="164592" cy="36576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0" y="280720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0" y="2807208"/>
            <a:ext cx="157276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44184" y="2971800"/>
            <a:ext cx="457200" cy="457200"/>
          </a:xfrm>
          <a:prstGeom prst="ellipse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4418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559552" y="35204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Depreciation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559552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Year-end finance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SLM or WDV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059168" y="3493008"/>
            <a:ext cx="164592" cy="36576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23760" y="2807208"/>
            <a:ext cx="1572768" cy="148132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23760" y="2807208"/>
            <a:ext cx="157276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81544" y="2971800"/>
            <a:ext cx="457200" cy="457200"/>
          </a:xfrm>
          <a:prstGeom prst="ellipse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8154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296912" y="35204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296912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 types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Excel &amp; PDF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AMS — Asset Management System  ·  Stack: React + Node.js + Express + SQL Server  ·  v1.0 Blueprint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371600"/>
            <a:ext cx="4114800" cy="411480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14B8A6"/>
                </a:solidFill>
              </a:rPr>
              <a:t>AMS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Ready to Build.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920240" cy="7772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408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20+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Pages Covered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2286000"/>
            <a:ext cx="1920240" cy="7772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3408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14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27889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1920240" cy="7772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3408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65+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API Endpoints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920240" cy="7772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552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Report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3200400"/>
            <a:ext cx="1920240" cy="7772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2552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14600" y="37033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Roles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1920240" cy="7772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2552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</a:rPr>
              <a:t>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0" y="37033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Phases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Begin with Phase 1 → Review Section 14 decisions → Start coding.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✅ Every page wireframed  📱 Mobile-responsive design noted  🔒 RBAC enforced throughout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UI/UX Page Reference</dc:title>
  <dc:subject>PptxGenJS Presentation</dc:subject>
  <dc:creator>PptxGenJS</dc:creator>
  <cp:lastModifiedBy>PptxGenJS</cp:lastModifiedBy>
  <cp:revision>1</cp:revision>
  <dcterms:created xsi:type="dcterms:W3CDTF">2026-02-25T05:19:49Z</dcterms:created>
  <dcterms:modified xsi:type="dcterms:W3CDTF">2026-02-25T05:19:49Z</dcterms:modified>
</cp:coreProperties>
</file>